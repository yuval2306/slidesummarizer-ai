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מתקפת הסייבר Rootkits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שלבי ההתקפה, משמעות ארגונית ופתרונות הגנה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מבוא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Rootkits הם סוג של תוכנה זדונית המאפשרת לתוקפים גישה בלתי מורשית למערכות מחשב תוך הסתרת נוכחותם.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מטרות התקיפה ומוטיבציה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מטרות התקיפה: גניבת מידע, שליטה מרחוק, השבתת מערכות אבטחה.</a:t>
            </a:r>
          </a:p>
          <a:p>
            <a:r>
              <a:t>מוטיבציה: ריגול תעשייתי, גניבת זהות, פגיעה במוניטין.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שלבי ההתקפה - שיטות לאיסוף נתונים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שיטות לאיסוף נתונים:</a:t>
            </a:r>
          </a:p>
          <a:p>
            <a:r>
              <a:t>- שימוש בכלי סריקה לזיהוי פגיעויות.</a:t>
            </a:r>
          </a:p>
          <a:p>
            <a:r>
              <a:t>- איסוף מידע ממקורות פתוחים (OSINT).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שלבי ההתקפה - ערוצי התקיפה האפשריים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ערוצי התקיפה האפשריים:</a:t>
            </a:r>
          </a:p>
          <a:p>
            <a:r>
              <a:t>- ניצול פגיעויות במערכת ההפעלה.</a:t>
            </a:r>
          </a:p>
          <a:p>
            <a:r>
              <a:t>- שימוש בכונני USB נגועים.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שלבי ההתקפה - ביצוע ההתקפה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ביצוע ההתקפה:</a:t>
            </a:r>
          </a:p>
          <a:p>
            <a:r>
              <a:t>- התקנת Rootkit דרך קובץ נגוע או ניצול פגיעות.</a:t>
            </a:r>
          </a:p>
          <a:p>
            <a:r>
              <a:t>- דוגמאות: התקפת Stuxnet, התקפת Sony BMG.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משמעות ארגונית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השפעות: פגיעה במוניטין, אובדן מידע רגיש, עלויות התאוששות גבוהות.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פתרונות הגנה ומניעה - כלים ושיטות לזיהוי התקיפה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כלים ושיטות לזיהוי התקיפה:</a:t>
            </a:r>
          </a:p>
          <a:p>
            <a:r>
              <a:t>- שימוש בכלי אנטי-Rootkit.</a:t>
            </a:r>
          </a:p>
          <a:p>
            <a:r>
              <a:t>- ניטור פעילות חשודה במערכת.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פתרונות הגנה ומניעה - מערך הגנה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מערך הגנה:</a:t>
            </a:r>
          </a:p>
          <a:p>
            <a:r>
              <a:t>- עדכון שוטף של מערכות ההפעלה.</a:t>
            </a:r>
          </a:p>
          <a:p>
            <a:r>
              <a:t>- שימוש בכלי אבטחה מתקדמים.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פתרונות הגנה ומניעה - התאוששות וחזרה לפעילות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אפשרויות התאוששות:</a:t>
            </a:r>
          </a:p>
          <a:p>
            <a:r>
              <a:t>- גיבוי ושחזור נתונים.</a:t>
            </a:r>
          </a:p>
          <a:p>
            <a:r>
              <a:t>- בדיקת מערכות לאחר התקיפה.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סיכום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סיכום הנקודות המרכזיות: שלבי ההתקפה, משמעות ארגונית, פתרונות הגנה והתאוששות.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מקורות ודוגמאות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קישורים לסרטונים ודוגמאות: ניתן להוסיף קישורים לסרטונים רלוונטיים או איורים להמחשה.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242</Words>
  <Application>Microsoft Office PowerPoint</Application>
  <PresentationFormat>‫הצגה על המסך (4:3)</PresentationFormat>
  <Paragraphs>37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מתקפת הסייבר Rootkits</vt:lpstr>
      <vt:lpstr>מבוא</vt:lpstr>
      <vt:lpstr>מטרות התקיפה ומוטיבציה</vt:lpstr>
      <vt:lpstr>שלבי ההתקפה - שיטות לאיסוף נתונים</vt:lpstr>
      <vt:lpstr>שלבי ההתקפה - ערוצי התקיפה האפשריים</vt:lpstr>
      <vt:lpstr>שלבי ההתקפה - ביצוע ההתקפה</vt:lpstr>
      <vt:lpstr>משמעות ארגונית</vt:lpstr>
      <vt:lpstr>פתרונות הגנה ומניעה - כלים ושיטות לזיהוי התקיפה</vt:lpstr>
      <vt:lpstr>פתרונות הגנה ומניעה - מערך הגנה</vt:lpstr>
      <vt:lpstr>פתרונות הגנה ומניעה - התאוששות וחזרה לפעילות</vt:lpstr>
      <vt:lpstr>סיכום</vt:lpstr>
      <vt:lpstr>מקורות ודוגמאות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מירב בוקר</cp:lastModifiedBy>
  <cp:revision>1</cp:revision>
  <dcterms:created xsi:type="dcterms:W3CDTF">2013-01-27T09:14:16Z</dcterms:created>
  <dcterms:modified xsi:type="dcterms:W3CDTF">2025-11-29T11:19:51Z</dcterms:modified>
  <cp:category/>
</cp:coreProperties>
</file>